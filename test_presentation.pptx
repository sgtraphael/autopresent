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notes for slide number 1. This text should be read aloud by the auto presenter.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notes for slide number 2. This text should be read aloud by the auto presenter.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notes for slide number 3. This text should be read aloud by the auto presenter.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notes for slide number 4. This text should be read aloud by the auto presenter.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